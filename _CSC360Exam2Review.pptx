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89" r:id="rId2"/>
    <p:sldId id="449" r:id="rId3"/>
    <p:sldId id="284" r:id="rId4"/>
    <p:sldId id="419" r:id="rId5"/>
    <p:sldId id="452" r:id="rId6"/>
    <p:sldId id="260" r:id="rId7"/>
    <p:sldId id="261" r:id="rId8"/>
    <p:sldId id="453" r:id="rId9"/>
    <p:sldId id="454" r:id="rId10"/>
    <p:sldId id="455" r:id="rId11"/>
    <p:sldId id="458" r:id="rId12"/>
    <p:sldId id="456" r:id="rId13"/>
    <p:sldId id="459" r:id="rId14"/>
    <p:sldId id="460" r:id="rId1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8">
          <p15:clr>
            <a:srgbClr val="A4A3A4"/>
          </p15:clr>
        </p15:guide>
        <p15:guide id="2" pos="4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66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532767-C1D8-4A5B-9D0C-8CD3C77E80ED}" v="3" dt="2024-10-29T17:18:46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85" d="100"/>
          <a:sy n="85" d="100"/>
        </p:scale>
        <p:origin x="72" y="715"/>
      </p:cViewPr>
      <p:guideLst>
        <p:guide orient="horz" pos="868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ing Liu" userId="1e4b75e0-8938-470c-9583-bf4243e4c4f1" providerId="ADAL" clId="{15E1880C-E6D4-3B47-A22E-11BF1C110053}"/>
    <pc:docChg chg="modSld">
      <pc:chgData name="Siming Liu" userId="1e4b75e0-8938-470c-9583-bf4243e4c4f1" providerId="ADAL" clId="{15E1880C-E6D4-3B47-A22E-11BF1C110053}" dt="2021-04-07T16:55:11.256" v="8" actId="20577"/>
      <pc:docMkLst>
        <pc:docMk/>
      </pc:docMkLst>
      <pc:sldChg chg="modSp mod">
        <pc:chgData name="Siming Liu" userId="1e4b75e0-8938-470c-9583-bf4243e4c4f1" providerId="ADAL" clId="{15E1880C-E6D4-3B47-A22E-11BF1C110053}" dt="2021-04-07T16:55:11.256" v="8" actId="20577"/>
        <pc:sldMkLst>
          <pc:docMk/>
          <pc:sldMk cId="3592425372" sldId="452"/>
        </pc:sldMkLst>
        <pc:spChg chg="mod">
          <ac:chgData name="Siming Liu" userId="1e4b75e0-8938-470c-9583-bf4243e4c4f1" providerId="ADAL" clId="{15E1880C-E6D4-3B47-A22E-11BF1C110053}" dt="2021-04-07T16:55:11.256" v="8" actId="20577"/>
          <ac:spMkLst>
            <pc:docMk/>
            <pc:sldMk cId="3592425372" sldId="452"/>
            <ac:spMk id="5" creationId="{00000000-0000-0000-0000-000000000000}"/>
          </ac:spMkLst>
        </pc:spChg>
      </pc:sldChg>
      <pc:sldChg chg="modSp mod">
        <pc:chgData name="Siming Liu" userId="1e4b75e0-8938-470c-9583-bf4243e4c4f1" providerId="ADAL" clId="{15E1880C-E6D4-3B47-A22E-11BF1C110053}" dt="2021-04-07T16:46:39.786" v="0" actId="20577"/>
        <pc:sldMkLst>
          <pc:docMk/>
          <pc:sldMk cId="4120780775" sldId="456"/>
        </pc:sldMkLst>
        <pc:graphicFrameChg chg="modGraphic">
          <ac:chgData name="Siming Liu" userId="1e4b75e0-8938-470c-9583-bf4243e4c4f1" providerId="ADAL" clId="{15E1880C-E6D4-3B47-A22E-11BF1C110053}" dt="2021-04-07T16:46:39.786" v="0" actId="20577"/>
          <ac:graphicFrameMkLst>
            <pc:docMk/>
            <pc:sldMk cId="4120780775" sldId="456"/>
            <ac:graphicFrameMk id="5" creationId="{00000000-0000-0000-0000-000000000000}"/>
          </ac:graphicFrameMkLst>
        </pc:graphicFrameChg>
      </pc:sldChg>
    </pc:docChg>
  </pc:docChgLst>
  <pc:docChgLst>
    <pc:chgData name="Liu, Siming" userId="1e4b75e0-8938-470c-9583-bf4243e4c4f1" providerId="ADAL" clId="{D6532767-C1D8-4A5B-9D0C-8CD3C77E80ED}"/>
    <pc:docChg chg="undo custSel addSld delSld modSld">
      <pc:chgData name="Liu, Siming" userId="1e4b75e0-8938-470c-9583-bf4243e4c4f1" providerId="ADAL" clId="{D6532767-C1D8-4A5B-9D0C-8CD3C77E80ED}" dt="2024-10-29T17:18:46.314" v="41"/>
      <pc:docMkLst>
        <pc:docMk/>
      </pc:docMkLst>
      <pc:sldChg chg="add del">
        <pc:chgData name="Liu, Siming" userId="1e4b75e0-8938-470c-9583-bf4243e4c4f1" providerId="ADAL" clId="{D6532767-C1D8-4A5B-9D0C-8CD3C77E80ED}" dt="2024-10-29T17:18:46.314" v="41"/>
        <pc:sldMkLst>
          <pc:docMk/>
          <pc:sldMk cId="2698396981" sldId="260"/>
        </pc:sldMkLst>
      </pc:sldChg>
      <pc:sldChg chg="add del">
        <pc:chgData name="Liu, Siming" userId="1e4b75e0-8938-470c-9583-bf4243e4c4f1" providerId="ADAL" clId="{D6532767-C1D8-4A5B-9D0C-8CD3C77E80ED}" dt="2024-10-29T17:18:46.314" v="41"/>
        <pc:sldMkLst>
          <pc:docMk/>
          <pc:sldMk cId="2149621172" sldId="261"/>
        </pc:sldMkLst>
      </pc:sldChg>
      <pc:sldChg chg="addSp delSp modSp mod">
        <pc:chgData name="Liu, Siming" userId="1e4b75e0-8938-470c-9583-bf4243e4c4f1" providerId="ADAL" clId="{D6532767-C1D8-4A5B-9D0C-8CD3C77E80ED}" dt="2024-10-29T17:16:54.021" v="31" actId="22"/>
        <pc:sldMkLst>
          <pc:docMk/>
          <pc:sldMk cId="0" sldId="284"/>
        </pc:sldMkLst>
        <pc:spChg chg="add del">
          <ac:chgData name="Liu, Siming" userId="1e4b75e0-8938-470c-9583-bf4243e4c4f1" providerId="ADAL" clId="{D6532767-C1D8-4A5B-9D0C-8CD3C77E80ED}" dt="2024-10-29T17:16:54.021" v="31" actId="22"/>
          <ac:spMkLst>
            <pc:docMk/>
            <pc:sldMk cId="0" sldId="284"/>
            <ac:spMk id="3" creationId="{4B4F9979-30B6-7F72-6E99-B74A58D11638}"/>
          </ac:spMkLst>
        </pc:spChg>
        <pc:spChg chg="mod">
          <ac:chgData name="Liu, Siming" userId="1e4b75e0-8938-470c-9583-bf4243e4c4f1" providerId="ADAL" clId="{D6532767-C1D8-4A5B-9D0C-8CD3C77E80ED}" dt="2024-10-29T17:16:32.924" v="29"/>
          <ac:spMkLst>
            <pc:docMk/>
            <pc:sldMk cId="0" sldId="284"/>
            <ac:spMk id="17411" creationId="{00000000-0000-0000-0000-000000000000}"/>
          </ac:spMkLst>
        </pc:spChg>
      </pc:sldChg>
      <pc:sldChg chg="addSp delSp modSp mod">
        <pc:chgData name="Liu, Siming" userId="1e4b75e0-8938-470c-9583-bf4243e4c4f1" providerId="ADAL" clId="{D6532767-C1D8-4A5B-9D0C-8CD3C77E80ED}" dt="2024-10-29T17:17:25.478" v="37" actId="6549"/>
        <pc:sldMkLst>
          <pc:docMk/>
          <pc:sldMk cId="0" sldId="419"/>
        </pc:sldMkLst>
        <pc:spChg chg="add del">
          <ac:chgData name="Liu, Siming" userId="1e4b75e0-8938-470c-9583-bf4243e4c4f1" providerId="ADAL" clId="{D6532767-C1D8-4A5B-9D0C-8CD3C77E80ED}" dt="2024-10-29T17:17:00.963" v="33" actId="22"/>
          <ac:spMkLst>
            <pc:docMk/>
            <pc:sldMk cId="0" sldId="419"/>
            <ac:spMk id="3" creationId="{754504B1-0B2F-6E51-0BF2-3C5256D6A546}"/>
          </ac:spMkLst>
        </pc:spChg>
        <pc:spChg chg="mod">
          <ac:chgData name="Liu, Siming" userId="1e4b75e0-8938-470c-9583-bf4243e4c4f1" providerId="ADAL" clId="{D6532767-C1D8-4A5B-9D0C-8CD3C77E80ED}" dt="2024-10-29T17:17:25.478" v="37" actId="6549"/>
          <ac:spMkLst>
            <pc:docMk/>
            <pc:sldMk cId="0" sldId="419"/>
            <ac:spMk id="19458" creationId="{00000000-0000-0000-0000-000000000000}"/>
          </ac:spMkLst>
        </pc:spChg>
        <pc:spChg chg="mod">
          <ac:chgData name="Liu, Siming" userId="1e4b75e0-8938-470c-9583-bf4243e4c4f1" providerId="ADAL" clId="{D6532767-C1D8-4A5B-9D0C-8CD3C77E80ED}" dt="2024-10-29T17:17:15.458" v="34"/>
          <ac:spMkLst>
            <pc:docMk/>
            <pc:sldMk cId="0" sldId="419"/>
            <ac:spMk id="19459" creationId="{00000000-0000-0000-0000-000000000000}"/>
          </ac:spMkLst>
        </pc:spChg>
      </pc:sldChg>
      <pc:sldChg chg="addSp delSp modSp mod">
        <pc:chgData name="Liu, Siming" userId="1e4b75e0-8938-470c-9583-bf4243e4c4f1" providerId="ADAL" clId="{D6532767-C1D8-4A5B-9D0C-8CD3C77E80ED}" dt="2024-10-29T17:18:26.497" v="38" actId="478"/>
        <pc:sldMkLst>
          <pc:docMk/>
          <pc:sldMk cId="3592425372" sldId="452"/>
        </pc:sldMkLst>
        <pc:spChg chg="add mod">
          <ac:chgData name="Liu, Siming" userId="1e4b75e0-8938-470c-9583-bf4243e4c4f1" providerId="ADAL" clId="{D6532767-C1D8-4A5B-9D0C-8CD3C77E80ED}" dt="2024-10-29T17:18:26.497" v="38" actId="478"/>
          <ac:spMkLst>
            <pc:docMk/>
            <pc:sldMk cId="3592425372" sldId="452"/>
            <ac:spMk id="6" creationId="{5150A42A-2D02-6EDE-10AF-0A10D0D5EF94}"/>
          </ac:spMkLst>
        </pc:spChg>
        <pc:graphicFrameChg chg="del">
          <ac:chgData name="Liu, Siming" userId="1e4b75e0-8938-470c-9583-bf4243e4c4f1" providerId="ADAL" clId="{D6532767-C1D8-4A5B-9D0C-8CD3C77E80ED}" dt="2024-10-29T17:18:26.497" v="38" actId="478"/>
          <ac:graphicFrameMkLst>
            <pc:docMk/>
            <pc:sldMk cId="3592425372" sldId="452"/>
            <ac:graphicFrameMk id="4" creationId="{00000000-0000-0000-0000-000000000000}"/>
          </ac:graphicFrameMkLst>
        </pc:graphicFrameChg>
      </pc:sldChg>
    </pc:docChg>
  </pc:docChgLst>
  <pc:docChgLst>
    <pc:chgData name="Liu, Siming" userId="1e4b75e0-8938-470c-9583-bf4243e4c4f1" providerId="ADAL" clId="{E85E1707-8277-4E82-A894-899D411263F5}"/>
    <pc:docChg chg="modSld">
      <pc:chgData name="Liu, Siming" userId="1e4b75e0-8938-470c-9583-bf4243e4c4f1" providerId="ADAL" clId="{E85E1707-8277-4E82-A894-899D411263F5}" dt="2024-03-27T17:43:28.359" v="0" actId="400"/>
      <pc:docMkLst>
        <pc:docMk/>
      </pc:docMkLst>
      <pc:sldChg chg="modSp mod">
        <pc:chgData name="Liu, Siming" userId="1e4b75e0-8938-470c-9583-bf4243e4c4f1" providerId="ADAL" clId="{E85E1707-8277-4E82-A894-899D411263F5}" dt="2024-03-27T17:43:28.359" v="0" actId="400"/>
        <pc:sldMkLst>
          <pc:docMk/>
          <pc:sldMk cId="2116536120" sldId="459"/>
        </pc:sldMkLst>
        <pc:spChg chg="mod">
          <ac:chgData name="Liu, Siming" userId="1e4b75e0-8938-470c-9583-bf4243e4c4f1" providerId="ADAL" clId="{E85E1707-8277-4E82-A894-899D411263F5}" dt="2024-03-27T17:43:28.359" v="0" actId="400"/>
          <ac:spMkLst>
            <pc:docMk/>
            <pc:sldMk cId="2116536120" sldId="459"/>
            <ac:spMk id="3" creationId="{00000000-0000-0000-0000-000000000000}"/>
          </ac:spMkLst>
        </pc:spChg>
      </pc:sldChg>
    </pc:docChg>
  </pc:docChgLst>
  <pc:docChgLst>
    <pc:chgData name="Liu, Siming" userId="1e4b75e0-8938-470c-9583-bf4243e4c4f1" providerId="ADAL" clId="{1594DC6D-449C-4613-943E-362FFBAF567F}"/>
    <pc:docChg chg="modSld">
      <pc:chgData name="Liu, Siming" userId="1e4b75e0-8938-470c-9583-bf4243e4c4f1" providerId="ADAL" clId="{1594DC6D-449C-4613-943E-362FFBAF567F}" dt="2020-11-04T19:40:29.353" v="20" actId="6549"/>
      <pc:docMkLst>
        <pc:docMk/>
      </pc:docMkLst>
      <pc:sldChg chg="modSp mod">
        <pc:chgData name="Liu, Siming" userId="1e4b75e0-8938-470c-9583-bf4243e4c4f1" providerId="ADAL" clId="{1594DC6D-449C-4613-943E-362FFBAF567F}" dt="2020-11-04T19:40:29.353" v="20" actId="6549"/>
        <pc:sldMkLst>
          <pc:docMk/>
          <pc:sldMk cId="1679876135" sldId="449"/>
        </pc:sldMkLst>
        <pc:spChg chg="mod">
          <ac:chgData name="Liu, Siming" userId="1e4b75e0-8938-470c-9583-bf4243e4c4f1" providerId="ADAL" clId="{1594DC6D-449C-4613-943E-362FFBAF567F}" dt="2020-11-04T19:40:29.353" v="20" actId="6549"/>
          <ac:spMkLst>
            <pc:docMk/>
            <pc:sldMk cId="1679876135" sldId="449"/>
            <ac:spMk id="3" creationId="{00000000-0000-0000-0000-000000000000}"/>
          </ac:spMkLst>
        </pc:spChg>
      </pc:sldChg>
    </pc:docChg>
  </pc:docChgLst>
  <pc:docChgLst>
    <pc:chgData name="Liu, Siming" userId="1e4b75e0-8938-470c-9583-bf4243e4c4f1" providerId="ADAL" clId="{4CCE8165-3B8F-4E25-9F35-405355A56592}"/>
    <pc:docChg chg="undo custSel modSld">
      <pc:chgData name="Liu, Siming" userId="1e4b75e0-8938-470c-9583-bf4243e4c4f1" providerId="ADAL" clId="{4CCE8165-3B8F-4E25-9F35-405355A56592}" dt="2023-10-23T15:53:31.123" v="168" actId="400"/>
      <pc:docMkLst>
        <pc:docMk/>
      </pc:docMkLst>
      <pc:sldChg chg="modSp mod">
        <pc:chgData name="Liu, Siming" userId="1e4b75e0-8938-470c-9583-bf4243e4c4f1" providerId="ADAL" clId="{4CCE8165-3B8F-4E25-9F35-405355A56592}" dt="2023-10-23T15:50:24.991" v="69" actId="14"/>
        <pc:sldMkLst>
          <pc:docMk/>
          <pc:sldMk cId="0" sldId="419"/>
        </pc:sldMkLst>
        <pc:spChg chg="mod">
          <ac:chgData name="Liu, Siming" userId="1e4b75e0-8938-470c-9583-bf4243e4c4f1" providerId="ADAL" clId="{4CCE8165-3B8F-4E25-9F35-405355A56592}" dt="2023-10-23T15:50:24.991" v="69" actId="14"/>
          <ac:spMkLst>
            <pc:docMk/>
            <pc:sldMk cId="0" sldId="419"/>
            <ac:spMk id="19459" creationId="{00000000-0000-0000-0000-000000000000}"/>
          </ac:spMkLst>
        </pc:spChg>
      </pc:sldChg>
      <pc:sldChg chg="modSp mod">
        <pc:chgData name="Liu, Siming" userId="1e4b75e0-8938-470c-9583-bf4243e4c4f1" providerId="ADAL" clId="{4CCE8165-3B8F-4E25-9F35-405355A56592}" dt="2023-10-23T15:50:01.679" v="65" actId="20577"/>
        <pc:sldMkLst>
          <pc:docMk/>
          <pc:sldMk cId="1679876135" sldId="449"/>
        </pc:sldMkLst>
        <pc:spChg chg="mod">
          <ac:chgData name="Liu, Siming" userId="1e4b75e0-8938-470c-9583-bf4243e4c4f1" providerId="ADAL" clId="{4CCE8165-3B8F-4E25-9F35-405355A56592}" dt="2023-10-23T15:50:01.679" v="65" actId="20577"/>
          <ac:spMkLst>
            <pc:docMk/>
            <pc:sldMk cId="1679876135" sldId="449"/>
            <ac:spMk id="3" creationId="{00000000-0000-0000-0000-000000000000}"/>
          </ac:spMkLst>
        </pc:spChg>
      </pc:sldChg>
      <pc:sldChg chg="modSp mod">
        <pc:chgData name="Liu, Siming" userId="1e4b75e0-8938-470c-9583-bf4243e4c4f1" providerId="ADAL" clId="{4CCE8165-3B8F-4E25-9F35-405355A56592}" dt="2023-10-23T15:52:31.024" v="164" actId="20577"/>
        <pc:sldMkLst>
          <pc:docMk/>
          <pc:sldMk cId="568167021" sldId="453"/>
        </pc:sldMkLst>
        <pc:spChg chg="mod">
          <ac:chgData name="Liu, Siming" userId="1e4b75e0-8938-470c-9583-bf4243e4c4f1" providerId="ADAL" clId="{4CCE8165-3B8F-4E25-9F35-405355A56592}" dt="2023-10-23T15:52:31.024" v="164" actId="20577"/>
          <ac:spMkLst>
            <pc:docMk/>
            <pc:sldMk cId="568167021" sldId="453"/>
            <ac:spMk id="3" creationId="{00000000-0000-0000-0000-000000000000}"/>
          </ac:spMkLst>
        </pc:spChg>
      </pc:sldChg>
      <pc:sldChg chg="modSp mod">
        <pc:chgData name="Liu, Siming" userId="1e4b75e0-8938-470c-9583-bf4243e4c4f1" providerId="ADAL" clId="{4CCE8165-3B8F-4E25-9F35-405355A56592}" dt="2023-10-23T15:53:10.256" v="167" actId="113"/>
        <pc:sldMkLst>
          <pc:docMk/>
          <pc:sldMk cId="2986998736" sldId="458"/>
        </pc:sldMkLst>
        <pc:spChg chg="mod">
          <ac:chgData name="Liu, Siming" userId="1e4b75e0-8938-470c-9583-bf4243e4c4f1" providerId="ADAL" clId="{4CCE8165-3B8F-4E25-9F35-405355A56592}" dt="2023-10-23T15:53:10.256" v="167" actId="113"/>
          <ac:spMkLst>
            <pc:docMk/>
            <pc:sldMk cId="2986998736" sldId="458"/>
            <ac:spMk id="19459" creationId="{00000000-0000-0000-0000-000000000000}"/>
          </ac:spMkLst>
        </pc:spChg>
      </pc:sldChg>
      <pc:sldChg chg="modSp mod">
        <pc:chgData name="Liu, Siming" userId="1e4b75e0-8938-470c-9583-bf4243e4c4f1" providerId="ADAL" clId="{4CCE8165-3B8F-4E25-9F35-405355A56592}" dt="2023-10-23T15:53:31.123" v="168" actId="400"/>
        <pc:sldMkLst>
          <pc:docMk/>
          <pc:sldMk cId="2116536120" sldId="459"/>
        </pc:sldMkLst>
        <pc:spChg chg="mod">
          <ac:chgData name="Liu, Siming" userId="1e4b75e0-8938-470c-9583-bf4243e4c4f1" providerId="ADAL" clId="{4CCE8165-3B8F-4E25-9F35-405355A56592}" dt="2023-10-23T15:53:31.123" v="168" actId="400"/>
          <ac:spMkLst>
            <pc:docMk/>
            <pc:sldMk cId="2116536120" sldId="459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74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fld id="{380BDA06-3125-41AD-A001-BE08DD3FF2C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51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Helvetica" charset="0"/>
              </a:defRPr>
            </a:lvl1pPr>
          </a:lstStyle>
          <a:p>
            <a:endParaRPr lang="en-US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6660" tIns="48329" rIns="96660" bIns="48329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Helvetica" charset="0"/>
              </a:defRPr>
            </a:lvl1pPr>
          </a:lstStyle>
          <a:p>
            <a:fld id="{D4B658E5-083D-454B-B1D4-CF779E49047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5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08DEDECC-4366-45F8-9300-20659C19623A}" type="slidenum">
              <a:rPr lang="en-US" sz="1300">
                <a:latin typeface="Helvetica" charset="0"/>
              </a:rPr>
              <a:pPr/>
              <a:t>1</a:t>
            </a:fld>
            <a:endParaRPr lang="en-US" sz="1300">
              <a:latin typeface="Helvetica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CE1C3277-835D-4987-96DB-52E7322C1C09}" type="slidenum">
              <a:rPr lang="en-US" sz="1300">
                <a:latin typeface="Helvetica" charset="0"/>
              </a:rPr>
              <a:pPr/>
              <a:t>3</a:t>
            </a:fld>
            <a:endParaRPr lang="en-US" sz="1300">
              <a:latin typeface="Helvetic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C74E627-D090-4F97-AF79-D04461AE0706}" type="slidenum">
              <a:rPr lang="en-US" sz="1300">
                <a:latin typeface="Helvetica" charset="0"/>
              </a:rPr>
              <a:pPr/>
              <a:t>4</a:t>
            </a:fld>
            <a:endParaRPr lang="en-US" sz="1300">
              <a:latin typeface="Helvetica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7BA18AC-EC16-4B54-B4BF-1D20C97CC26B}" type="slidenum">
              <a:rPr lang="en-US" sz="1300">
                <a:latin typeface="Times New Roman" charset="0"/>
              </a:rPr>
              <a:pPr/>
              <a:t>10</a:t>
            </a:fld>
            <a:endParaRPr lang="en-US" sz="1300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21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fld id="{4C74E627-D090-4F97-AF79-D04461AE0706}" type="slidenum">
              <a:rPr lang="en-US" sz="1300">
                <a:latin typeface="Helvetica" charset="0"/>
              </a:rPr>
              <a:pPr/>
              <a:t>11</a:t>
            </a:fld>
            <a:endParaRPr lang="en-US" sz="1300">
              <a:latin typeface="Helvetica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8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701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33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33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charset="0"/>
              </a:rPr>
              <a:t> Edition,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4326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346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17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891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1446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003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36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70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317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4780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168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39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3957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58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253959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60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en-US" sz="2400">
              <a:latin typeface="Times New Roman" charset="0"/>
            </a:endParaRPr>
          </a:p>
        </p:txBody>
      </p:sp>
      <p:sp>
        <p:nvSpPr>
          <p:cNvPr id="2539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8.</a:t>
            </a:r>
            <a:fld id="{7936F83A-2FCE-4C7B-8F1C-71341FAFACAC}" type="slidenum">
              <a:rPr lang="en-US" sz="1000" b="1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253962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Silberschatz, Galvin and Gagne ©2009</a:t>
            </a:r>
          </a:p>
        </p:txBody>
      </p:sp>
      <p:sp>
        <p:nvSpPr>
          <p:cNvPr id="253963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006699"/>
                </a:solidFill>
                <a:latin typeface="Helvetica" charset="0"/>
              </a:rPr>
              <a:t>Operating System Concepts – 8</a:t>
            </a:r>
            <a:r>
              <a:rPr lang="en-US" sz="1000" b="1" baseline="30000">
                <a:solidFill>
                  <a:srgbClr val="006699"/>
                </a:solidFill>
                <a:latin typeface="Helvetica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Midterm 2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75-minute exam.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syllabus includes all material covered from chapter 6 to Chapter 9 (inclusive).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use a calculator (any type) in the exam.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close Book and close Notes Exam.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are not allowed to consult with any other student.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you need to make specific assumptions to answer a question,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make sure to state them explicitly in your answer.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7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Contents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7351713" cy="4483100"/>
          </a:xfrm>
        </p:spPr>
        <p:txBody>
          <a:bodyPr/>
          <a:lstStyle/>
          <a:p>
            <a:r>
              <a:rPr lang="en-US" sz="3200" dirty="0"/>
              <a:t>Chapter 6: Process Synchronization</a:t>
            </a:r>
          </a:p>
          <a:p>
            <a:r>
              <a:rPr lang="en-US" sz="3200" dirty="0"/>
              <a:t>Chapter 7: Deadlock</a:t>
            </a:r>
          </a:p>
          <a:p>
            <a:r>
              <a:rPr lang="en-US" sz="3200" dirty="0"/>
              <a:t>Chapter 8: Main Memory</a:t>
            </a:r>
          </a:p>
          <a:p>
            <a:r>
              <a:rPr lang="en-US" sz="3200" dirty="0"/>
              <a:t>Chapter 9: Virtual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Chapter 6: Process Synchronization</a:t>
            </a:r>
            <a:endParaRPr 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6651625" cy="44402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Critical-Section Problem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Race condition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Non-atomic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Peterson’s solution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Mutex and Semaphore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Bounded-Buffer Problem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Readers and Writers Problem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27088" y="2722877"/>
            <a:ext cx="7485062" cy="314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kern="0" dirty="0"/>
              <a:t>Q1: </a:t>
            </a:r>
            <a:r>
              <a:rPr lang="en-US" dirty="0"/>
              <a:t>Show the schedule in Draw Gantt chart using </a:t>
            </a:r>
            <a:r>
              <a:rPr lang="en-US" b="1" dirty="0"/>
              <a:t>SRTF </a:t>
            </a:r>
            <a:r>
              <a:rPr lang="en-US" dirty="0"/>
              <a:t>algorithm.</a:t>
            </a:r>
          </a:p>
          <a:p>
            <a:r>
              <a:rPr lang="en-US" kern="0" dirty="0"/>
              <a:t>Q2: What is the average waiting time?</a:t>
            </a:r>
          </a:p>
          <a:p>
            <a:endParaRPr lang="en-US" kern="0" dirty="0"/>
          </a:p>
          <a:p>
            <a:r>
              <a:rPr lang="en-US" kern="0" dirty="0"/>
              <a:t>Q3: Other 4 algorithms.</a:t>
            </a:r>
          </a:p>
          <a:p>
            <a:endParaRPr lang="en-US" kern="0" dirty="0"/>
          </a:p>
          <a:p>
            <a:r>
              <a:rPr lang="en-US" kern="0" dirty="0"/>
              <a:t>P1-&gt;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50A42A-2D02-6EDE-10AF-0A10D0D5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42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9A06-EE9E-4F7F-A885-12825DBB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Consumer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B6E2000-FE20-4574-BEDA-A2D530EBE5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949013"/>
          <a:ext cx="7655200" cy="2716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27600">
                  <a:extLst>
                    <a:ext uri="{9D8B030D-6E8A-4147-A177-3AD203B41FA5}">
                      <a16:colId xmlns:a16="http://schemas.microsoft.com/office/drawing/2014/main" val="273520915"/>
                    </a:ext>
                  </a:extLst>
                </a:gridCol>
                <a:gridCol w="3827600">
                  <a:extLst>
                    <a:ext uri="{9D8B030D-6E8A-4147-A177-3AD203B41FA5}">
                      <a16:colId xmlns:a16="http://schemas.microsoft.com/office/drawing/2014/main" val="2483732568"/>
                    </a:ext>
                  </a:extLst>
                </a:gridCol>
              </a:tblGrid>
              <a:tr h="2373535">
                <a:tc>
                  <a:txBody>
                    <a:bodyPr/>
                    <a:lstStyle/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Producer () {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wait(empty);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wait(mutex);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  /* produce to buffer */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signal(mutex);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signal(full);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} </a:t>
                      </a:r>
                      <a:endParaRPr lang="en-US" sz="2100" b="0" spc="75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Consumer () {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wait(full);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wait(mutex);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  /* consume from buffer */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signal(mutex); 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  signal(empty);</a:t>
                      </a:r>
                    </a:p>
                    <a:p>
                      <a:pPr marL="2286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0" spc="75" dirty="0">
                          <a:effectLst/>
                        </a:rPr>
                        <a:t>}</a:t>
                      </a:r>
                      <a:endParaRPr lang="en-US" sz="2100" b="0" spc="75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7730937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23136EE-5954-497F-964F-0F1FF2A1E18E}"/>
              </a:ext>
            </a:extLst>
          </p:cNvPr>
          <p:cNvSpPr txBox="1"/>
          <p:nvPr/>
        </p:nvSpPr>
        <p:spPr>
          <a:xfrm>
            <a:off x="628650" y="2036005"/>
            <a:ext cx="7655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In class we discussed a solution to the bounded-buffer producer and consumer problem by using three semaphores (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mutex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empty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latin typeface="Courier New" panose="02070309020205020404" pitchFamily="49" charset="0"/>
                <a:ea typeface="Times New Roman" panose="02020603050405020304" pitchFamily="18" charset="0"/>
              </a:rPr>
              <a:t>full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39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AF0B-55EF-4873-89E3-8BC50E04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Reader-Writer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189C5-DAC8-4E22-BE93-EE9AE4034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Readers are sharing one lock and Writers are not</a:t>
            </a:r>
          </a:p>
        </p:txBody>
      </p:sp>
    </p:spTree>
    <p:extLst>
      <p:ext uri="{BB962C8B-B14F-4D97-AF65-F5344CB8AC3E}">
        <p14:creationId xmlns:p14="http://schemas.microsoft.com/office/powerpoint/2010/main" val="2149621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7: 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conditions </a:t>
            </a:r>
          </a:p>
          <a:p>
            <a:pPr lvl="1"/>
            <a:r>
              <a:rPr lang="en-US" dirty="0"/>
              <a:t>Mutual Exclusion, No-Preemption, Hold and Wait, Circular Wait, </a:t>
            </a:r>
          </a:p>
          <a:p>
            <a:r>
              <a:rPr lang="en-US" dirty="0"/>
              <a:t>Resource-Allocation Graph</a:t>
            </a:r>
          </a:p>
          <a:p>
            <a:r>
              <a:rPr lang="en-US" dirty="0"/>
              <a:t>Wait-for Graph</a:t>
            </a:r>
          </a:p>
          <a:p>
            <a:r>
              <a:rPr lang="en-US" dirty="0"/>
              <a:t>Deadlock Prevention Methods</a:t>
            </a:r>
          </a:p>
          <a:p>
            <a:r>
              <a:rPr lang="en-US" b="1" dirty="0"/>
              <a:t>Deadlock Avoidance Methods</a:t>
            </a:r>
          </a:p>
          <a:p>
            <a:pPr lvl="1"/>
            <a:r>
              <a:rPr lang="en-US" dirty="0"/>
              <a:t>Banker’s algorithm</a:t>
            </a:r>
          </a:p>
          <a:p>
            <a:pPr lvl="1"/>
            <a:r>
              <a:rPr lang="en-US" dirty="0"/>
              <a:t>How to evaluate a state (safe/unsafe)?</a:t>
            </a:r>
          </a:p>
          <a:p>
            <a:pPr lvl="1"/>
            <a:r>
              <a:rPr lang="en-US" dirty="0"/>
              <a:t>How about new request to resources?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67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 1: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52488" y="1360488"/>
            <a:ext cx="7923212" cy="454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Processes: </a:t>
            </a:r>
            <a:r>
              <a:rPr lang="en-US" i="1" kern="0" dirty="0"/>
              <a:t>P</a:t>
            </a:r>
            <a:r>
              <a:rPr lang="en-US" kern="0" baseline="-25000" dirty="0"/>
              <a:t>0</a:t>
            </a:r>
            <a:r>
              <a:rPr lang="en-US" kern="0" dirty="0"/>
              <a:t>, </a:t>
            </a:r>
            <a:r>
              <a:rPr lang="en-US" i="1" kern="0" dirty="0"/>
              <a:t>P</a:t>
            </a:r>
            <a:r>
              <a:rPr lang="en-US" kern="0" baseline="-25000" dirty="0"/>
              <a:t>1</a:t>
            </a:r>
            <a:r>
              <a:rPr lang="en-US" kern="0" dirty="0"/>
              <a:t>, </a:t>
            </a:r>
            <a:r>
              <a:rPr lang="en-US" i="1" kern="0" dirty="0"/>
              <a:t>P</a:t>
            </a:r>
            <a:r>
              <a:rPr lang="en-US" i="1" kern="0" baseline="-25000" dirty="0"/>
              <a:t>2</a:t>
            </a:r>
            <a:r>
              <a:rPr lang="en-US" kern="0" dirty="0"/>
              <a:t>,</a:t>
            </a:r>
            <a:r>
              <a:rPr lang="en-US" i="1" kern="0" dirty="0"/>
              <a:t> P</a:t>
            </a:r>
            <a:r>
              <a:rPr lang="en-US" kern="0" baseline="-25000" dirty="0"/>
              <a:t>3</a:t>
            </a:r>
            <a:r>
              <a:rPr lang="en-US" kern="0" dirty="0"/>
              <a:t>, </a:t>
            </a:r>
            <a:r>
              <a:rPr lang="en-US" i="1" kern="0" dirty="0"/>
              <a:t>P</a:t>
            </a:r>
            <a:r>
              <a:rPr lang="en-US" kern="0" baseline="-25000" dirty="0"/>
              <a:t>4</a:t>
            </a:r>
            <a:r>
              <a:rPr lang="en-US" kern="0" dirty="0"/>
              <a:t> , </a:t>
            </a:r>
            <a:r>
              <a:rPr lang="en-US" kern="0" dirty="0" err="1"/>
              <a:t>Resorses</a:t>
            </a:r>
            <a:r>
              <a:rPr lang="en-US" kern="0" dirty="0"/>
              <a:t>: </a:t>
            </a:r>
            <a:r>
              <a:rPr lang="en-US" i="1" kern="0" dirty="0"/>
              <a:t>A</a:t>
            </a:r>
            <a:r>
              <a:rPr lang="en-US" kern="0" dirty="0"/>
              <a:t> (10),  </a:t>
            </a:r>
            <a:r>
              <a:rPr lang="en-US" i="1" kern="0" dirty="0"/>
              <a:t>B</a:t>
            </a:r>
            <a:r>
              <a:rPr lang="en-US" kern="0" dirty="0"/>
              <a:t> (5), </a:t>
            </a:r>
            <a:r>
              <a:rPr lang="en-US" i="1" kern="0" dirty="0"/>
              <a:t>C</a:t>
            </a:r>
            <a:r>
              <a:rPr lang="en-US" kern="0" dirty="0"/>
              <a:t> (7)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endParaRPr lang="en-US" kern="0" dirty="0"/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 Snapshot at time </a:t>
            </a:r>
            <a:r>
              <a:rPr lang="en-US" i="1" kern="0" dirty="0"/>
              <a:t>T</a:t>
            </a:r>
            <a:r>
              <a:rPr lang="en-US" kern="0" baseline="-25000" dirty="0"/>
              <a:t>0</a:t>
            </a:r>
            <a:r>
              <a:rPr lang="en-US" kern="0" dirty="0"/>
              <a:t>: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	</a:t>
            </a:r>
            <a:r>
              <a:rPr lang="en-US" i="1" u="sng" kern="0" dirty="0"/>
              <a:t>Allocation</a:t>
            </a:r>
            <a:r>
              <a:rPr lang="en-US" i="1" kern="0" dirty="0"/>
              <a:t>	  </a:t>
            </a:r>
            <a:r>
              <a:rPr lang="en-US" i="1" u="sng" kern="0" dirty="0"/>
              <a:t>Max</a:t>
            </a:r>
            <a:r>
              <a:rPr lang="en-US" i="1" kern="0" dirty="0"/>
              <a:t>	</a:t>
            </a:r>
            <a:r>
              <a:rPr lang="en-US" i="1" u="sng" kern="0" dirty="0"/>
              <a:t>Available</a:t>
            </a:r>
            <a:endParaRPr lang="en-US" i="1" kern="0" dirty="0"/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i="1" kern="0" dirty="0"/>
              <a:t>			A B C	       A B C 	A B C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</a:t>
            </a:r>
            <a:r>
              <a:rPr lang="en-US" i="1" kern="0" dirty="0"/>
              <a:t>P</a:t>
            </a:r>
            <a:r>
              <a:rPr lang="en-US" kern="0" baseline="-25000" dirty="0"/>
              <a:t>0	</a:t>
            </a:r>
            <a:r>
              <a:rPr lang="en-US" kern="0" dirty="0"/>
              <a:t>0 1 0	         7 5 3 	2 3 0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 </a:t>
            </a:r>
            <a:r>
              <a:rPr lang="en-US" i="1" kern="0" dirty="0"/>
              <a:t>P</a:t>
            </a:r>
            <a:r>
              <a:rPr lang="en-US" kern="0" baseline="-25000" dirty="0"/>
              <a:t>1	</a:t>
            </a:r>
            <a:r>
              <a:rPr lang="en-US" kern="0" dirty="0"/>
              <a:t>3 0 2 	        3 2 2  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 </a:t>
            </a:r>
            <a:r>
              <a:rPr lang="en-US" i="1" kern="0" dirty="0"/>
              <a:t>P</a:t>
            </a:r>
            <a:r>
              <a:rPr lang="en-US" kern="0" baseline="-25000" dirty="0"/>
              <a:t>2</a:t>
            </a:r>
            <a:r>
              <a:rPr lang="en-US" kern="0" dirty="0"/>
              <a:t>	3 0 2 	        9 0 2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 </a:t>
            </a:r>
            <a:r>
              <a:rPr lang="en-US" i="1" kern="0" dirty="0"/>
              <a:t>P</a:t>
            </a:r>
            <a:r>
              <a:rPr lang="en-US" kern="0" baseline="-25000" dirty="0"/>
              <a:t>3</a:t>
            </a:r>
            <a:r>
              <a:rPr lang="en-US" kern="0" dirty="0"/>
              <a:t>	2 1 1 	        2 2 2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kern="0" dirty="0"/>
              <a:t>		 </a:t>
            </a:r>
            <a:r>
              <a:rPr lang="en-US" i="1" kern="0" dirty="0"/>
              <a:t>P</a:t>
            </a:r>
            <a:r>
              <a:rPr lang="en-US" kern="0" baseline="-25000" dirty="0"/>
              <a:t>4</a:t>
            </a:r>
            <a:r>
              <a:rPr lang="en-US" kern="0" dirty="0"/>
              <a:t>	0 0 2	         4 3 3  </a:t>
            </a:r>
          </a:p>
          <a:p>
            <a:pPr>
              <a:buFont typeface="Monotype Sorts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endParaRPr lang="en-US" kern="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dirty="0"/>
              <a:t>Can request for (0,2,0) by </a:t>
            </a:r>
            <a:r>
              <a:rPr lang="en-US" i="1" dirty="0"/>
              <a:t>P</a:t>
            </a:r>
            <a:r>
              <a:rPr lang="en-US" baseline="-25000" dirty="0"/>
              <a:t>0</a:t>
            </a:r>
            <a:r>
              <a:rPr lang="en-US" dirty="0"/>
              <a:t> be granted?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2749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298450"/>
            <a:ext cx="7285037" cy="457200"/>
          </a:xfrm>
        </p:spPr>
        <p:txBody>
          <a:bodyPr/>
          <a:lstStyle/>
          <a:p>
            <a:pPr eaLnBrk="1" hangingPunct="1"/>
            <a:r>
              <a:rPr lang="en-US" sz="2400" dirty="0"/>
              <a:t>Sample Question 2: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25" y="1253331"/>
            <a:ext cx="2838450" cy="3543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837" y="1905000"/>
            <a:ext cx="2409825" cy="2476500"/>
          </a:xfrm>
          <a:prstGeom prst="rect">
            <a:avLst/>
          </a:prstGeom>
        </p:spPr>
      </p:pic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222690" y="5039588"/>
            <a:ext cx="73212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600" dirty="0">
                <a:latin typeface="Arial Narrow" panose="020B0606020202030204" pitchFamily="34" charset="0"/>
              </a:rPr>
              <a:t>Q1: What is the corresponding Wait-for Graph?</a:t>
            </a:r>
          </a:p>
          <a:p>
            <a:pPr>
              <a:spcBef>
                <a:spcPct val="50000"/>
              </a:spcBef>
            </a:pPr>
            <a:r>
              <a:rPr lang="en-US" sz="1600" dirty="0">
                <a:latin typeface="Arial Narrow" panose="020B0606020202030204" pitchFamily="34" charset="0"/>
              </a:rPr>
              <a:t>Q2: How many circular-waits exist in the wait-for graph? List the processes of each circular-wait.</a:t>
            </a:r>
            <a:endParaRPr lang="en-US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30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8: Main Memory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6651625" cy="4440238"/>
          </a:xfrm>
        </p:spPr>
        <p:txBody>
          <a:bodyPr/>
          <a:lstStyle/>
          <a:p>
            <a:r>
              <a:rPr lang="en-US" b="1" dirty="0"/>
              <a:t>Fragmentation</a:t>
            </a:r>
          </a:p>
          <a:p>
            <a:pPr lvl="1"/>
            <a:r>
              <a:rPr lang="en-US" dirty="0"/>
              <a:t>Internal</a:t>
            </a:r>
          </a:p>
          <a:p>
            <a:pPr lvl="1"/>
            <a:r>
              <a:rPr lang="en-US" dirty="0"/>
              <a:t>External</a:t>
            </a:r>
          </a:p>
          <a:p>
            <a:r>
              <a:rPr lang="en-US" b="1" dirty="0"/>
              <a:t>Segmentation</a:t>
            </a:r>
          </a:p>
          <a:p>
            <a:pPr lvl="1"/>
            <a:r>
              <a:rPr lang="en-US" dirty="0"/>
              <a:t>Base, Limit</a:t>
            </a:r>
          </a:p>
          <a:p>
            <a:r>
              <a:rPr lang="en-US" b="1" dirty="0"/>
              <a:t>Paging</a:t>
            </a:r>
          </a:p>
          <a:p>
            <a:pPr lvl="1"/>
            <a:r>
              <a:rPr lang="en-US" dirty="0"/>
              <a:t>Page Tables</a:t>
            </a:r>
          </a:p>
          <a:p>
            <a:pPr lvl="2"/>
            <a:r>
              <a:rPr lang="en-US" dirty="0"/>
              <a:t>Hierarchical Page Table </a:t>
            </a:r>
          </a:p>
          <a:p>
            <a:pPr lvl="2"/>
            <a:r>
              <a:rPr lang="en-US" dirty="0"/>
              <a:t>Hashed Page Tables</a:t>
            </a:r>
          </a:p>
          <a:p>
            <a:pPr lvl="2"/>
            <a:r>
              <a:rPr lang="en-US" dirty="0"/>
              <a:t>Inverted Page Table</a:t>
            </a:r>
          </a:p>
        </p:txBody>
      </p:sp>
    </p:spTree>
    <p:extLst>
      <p:ext uri="{BB962C8B-B14F-4D97-AF65-F5344CB8AC3E}">
        <p14:creationId xmlns:p14="http://schemas.microsoft.com/office/powerpoint/2010/main" val="298699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8: Main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1350" y="1050886"/>
            <a:ext cx="7969250" cy="1328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1. A certain MMU converts 16-bit virtual address with 512-byte pages into 20-bit physical addresses. How big is the page table?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128 entries (2</a:t>
            </a:r>
            <a:r>
              <a:rPr lang="en-US" sz="1200" spc="75" baseline="300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2048 entries (2</a:t>
            </a:r>
            <a:r>
              <a:rPr lang="en-US" sz="1200" spc="75" baseline="300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65536 entries (2</a:t>
            </a:r>
            <a:r>
              <a:rPr lang="en-US" sz="1200" spc="75" baseline="300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1048576 entries (2</a:t>
            </a:r>
            <a:r>
              <a:rPr lang="en-US" sz="1200" spc="75" baseline="30000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150" y="2652722"/>
            <a:ext cx="7848600" cy="1183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spc="75" dirty="0">
                <a:solidFill>
                  <a:srgbClr val="000000"/>
                </a:solidFill>
                <a:latin typeface="Arial" panose="020B06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2. Assuming a 2-KB page size, what are the page numbers and offsets for the following address references (provided as decimal numbers):</a:t>
            </a: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 Address: 3085 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sz="1200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page = 1; offset = 1037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Logical Address: </a:t>
            </a:r>
            <a:r>
              <a:rPr lang="en-US" sz="12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5289 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31031"/>
              </p:ext>
            </p:extLst>
          </p:nvPr>
        </p:nvGraphicFramePr>
        <p:xfrm>
          <a:off x="793750" y="4851458"/>
          <a:ext cx="3145155" cy="962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1432481995"/>
                    </a:ext>
                  </a:extLst>
                </a:gridCol>
                <a:gridCol w="918210">
                  <a:extLst>
                    <a:ext uri="{9D8B030D-6E8A-4147-A177-3AD203B41FA5}">
                      <a16:colId xmlns:a16="http://schemas.microsoft.com/office/drawing/2014/main" val="3867501196"/>
                    </a:ext>
                  </a:extLst>
                </a:gridCol>
                <a:gridCol w="1048385">
                  <a:extLst>
                    <a:ext uri="{9D8B030D-6E8A-4147-A177-3AD203B41FA5}">
                      <a16:colId xmlns:a16="http://schemas.microsoft.com/office/drawing/2014/main" val="310581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Segment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Base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Length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73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249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600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6980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2300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 14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17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2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98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100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740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3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1127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200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MS PGothic" pitchFamily="34" charset="-128"/>
                          <a:cs typeface="Courier New" pitchFamily="49" charset="0"/>
                        </a:rPr>
                        <a:t>5800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3945757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65150" y="4254558"/>
            <a:ext cx="533832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spc="75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3. Consider the following segment table: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spc="75" dirty="0">
                <a:solidFill>
                  <a:srgbClr val="000000"/>
                </a:solidFill>
                <a:ea typeface="SimSun" panose="02010600030101010101" pitchFamily="2" charset="-122"/>
                <a:cs typeface="Times New Roman" panose="02020603050405020304" pitchFamily="18" charset="0"/>
              </a:rPr>
              <a:t>    What are the physical addresses for the logical address: 2, 50?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spc="75" dirty="0">
              <a:solidFill>
                <a:srgbClr val="000000"/>
              </a:solidFill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80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9: 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3366FF"/>
                </a:solidFill>
              </a:rPr>
              <a:t>Virtual memory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– separation of user logical memory from physical memory</a:t>
            </a:r>
          </a:p>
          <a:p>
            <a:endParaRPr lang="en-US" dirty="0"/>
          </a:p>
          <a:p>
            <a:r>
              <a:rPr lang="en-US" dirty="0"/>
              <a:t>Page Replacement Algorithms</a:t>
            </a:r>
          </a:p>
          <a:p>
            <a:pPr lvl="1"/>
            <a:r>
              <a:rPr lang="en-US" dirty="0"/>
              <a:t>FIFO</a:t>
            </a:r>
          </a:p>
          <a:p>
            <a:pPr lvl="1"/>
            <a:r>
              <a:rPr lang="en-US" dirty="0"/>
              <a:t>Optimal Algorithm</a:t>
            </a:r>
          </a:p>
          <a:p>
            <a:pPr lvl="1"/>
            <a:r>
              <a:rPr lang="en-US" dirty="0"/>
              <a:t>LRU</a:t>
            </a:r>
          </a:p>
          <a:p>
            <a:pPr lvl="1"/>
            <a:r>
              <a:rPr lang="en-US" dirty="0"/>
              <a:t>Second Chance Algorithm</a:t>
            </a:r>
          </a:p>
          <a:p>
            <a:pPr lvl="1"/>
            <a:endParaRPr lang="en-US" dirty="0"/>
          </a:p>
          <a:p>
            <a:r>
              <a:rPr lang="en-US" dirty="0"/>
              <a:t>What is Thrashing?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536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Questions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321" y="982572"/>
            <a:ext cx="8229600" cy="39328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24912" y="5200306"/>
            <a:ext cx="75994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/>
              <a:t>What is the number of page fault?</a:t>
            </a:r>
          </a:p>
        </p:txBody>
      </p:sp>
    </p:spTree>
    <p:extLst>
      <p:ext uri="{BB962C8B-B14F-4D97-AF65-F5344CB8AC3E}">
        <p14:creationId xmlns:p14="http://schemas.microsoft.com/office/powerpoint/2010/main" val="618235635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4247</TotalTime>
  <Words>672</Words>
  <Application>Microsoft Office PowerPoint</Application>
  <PresentationFormat>On-screen Show (4:3)</PresentationFormat>
  <Paragraphs>127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Monotype Sorts</vt:lpstr>
      <vt:lpstr>SimSun</vt:lpstr>
      <vt:lpstr>Arial</vt:lpstr>
      <vt:lpstr>Arial Narrow</vt:lpstr>
      <vt:lpstr>Calibri</vt:lpstr>
      <vt:lpstr>Courier New</vt:lpstr>
      <vt:lpstr>Helvetica</vt:lpstr>
      <vt:lpstr>Times New Roman</vt:lpstr>
      <vt:lpstr>Verdana</vt:lpstr>
      <vt:lpstr>Webdings</vt:lpstr>
      <vt:lpstr>os-8</vt:lpstr>
      <vt:lpstr>Midterm 2 Review</vt:lpstr>
      <vt:lpstr>Exam Rules</vt:lpstr>
      <vt:lpstr>Contents</vt:lpstr>
      <vt:lpstr>Chapter 6: Process Synchronization</vt:lpstr>
      <vt:lpstr>Sample Questions</vt:lpstr>
      <vt:lpstr>Producer Consumer</vt:lpstr>
      <vt:lpstr>Reader-Writer Problem</vt:lpstr>
      <vt:lpstr>Chapter 7: Deadlocks</vt:lpstr>
      <vt:lpstr>Sample Question 1:</vt:lpstr>
      <vt:lpstr>Sample Question 2:</vt:lpstr>
      <vt:lpstr>Chapter 8: Main Memory</vt:lpstr>
      <vt:lpstr>Chapter 8: Main Memory</vt:lpstr>
      <vt:lpstr>Chapter 9: Virtual Memory</vt:lpstr>
      <vt:lpstr>Sample Questions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9.01</dc:title>
  <dc:creator>Marilyn Turnamian</dc:creator>
  <cp:lastModifiedBy>Liu, Siming</cp:lastModifiedBy>
  <cp:revision>314</cp:revision>
  <cp:lastPrinted>2001-06-14T19:17:20Z</cp:lastPrinted>
  <dcterms:created xsi:type="dcterms:W3CDTF">2008-08-19T19:48:45Z</dcterms:created>
  <dcterms:modified xsi:type="dcterms:W3CDTF">2024-10-29T17:18:46Z</dcterms:modified>
</cp:coreProperties>
</file>